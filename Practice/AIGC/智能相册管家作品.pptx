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16"/>
  </p:handoutMasterIdLst>
  <p:sldIdLst>
    <p:sldId id="16672310" r:id="rId4"/>
    <p:sldId id="11088818" r:id="rId5"/>
    <p:sldId id="16672242" r:id="rId6"/>
    <p:sldId id="16672301" r:id="rId8"/>
    <p:sldId id="16672303" r:id="rId9"/>
    <p:sldId id="16672302" r:id="rId10"/>
    <p:sldId id="16672304" r:id="rId11"/>
    <p:sldId id="16672306" r:id="rId12"/>
    <p:sldId id="16672307" r:id="rId13"/>
    <p:sldId id="16672308" r:id="rId14"/>
    <p:sldId id="1667229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FFF"/>
    <a:srgbClr val="FBAD19"/>
    <a:srgbClr val="FB8F3C"/>
    <a:srgbClr val="F8A651"/>
    <a:srgbClr val="FBAD20"/>
    <a:srgbClr val="F3CA3C"/>
    <a:srgbClr val="F3CC46"/>
    <a:srgbClr val="FFF2D9"/>
    <a:srgbClr val="FFEC4A"/>
    <a:srgbClr val="FFD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6" autoAdjust="0"/>
    <p:restoredTop sz="90402"/>
  </p:normalViewPr>
  <p:slideViewPr>
    <p:cSldViewPr snapToGrid="0" snapToObjects="1" showGuides="1">
      <p:cViewPr varScale="1">
        <p:scale>
          <a:sx n="100" d="100"/>
          <a:sy n="100" d="100"/>
        </p:scale>
        <p:origin x="936" y="176"/>
      </p:cViewPr>
      <p:guideLst>
        <p:guide orient="horz" pos="2160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B6A7B-1B4F-1140-92A6-C6824A8D2EC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247-190E-8442-A6E6-7354B66410C5}" type="datetimeFigureOut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 dirty="0"/>
              <a:t> </a:t>
            </a:r>
            <a:endParaRPr lang="en-GB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2"/>
          <a:srcRect b="34876"/>
          <a:stretch>
            <a:fillRect/>
          </a:stretch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 dirty="0"/>
              <a:t>目录</a:t>
            </a:r>
            <a:br>
              <a:rPr lang="en-US" altLang="zh-CN" noProof="0" dirty="0"/>
            </a:br>
            <a:endParaRPr lang="en-GB" noProof="0" dirty="0"/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800" indent="-304800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 dirty="0"/>
              <a:t>编辑题目</a:t>
            </a:r>
            <a:r>
              <a:rPr lang="en-US" altLang="zh-CN" dirty="0"/>
              <a:t> 16pt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6.xml"/><Relationship Id="rId3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0518" y="2273300"/>
            <a:ext cx="8670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2026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年中国高校计算机大赛</a:t>
            </a:r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-AIGC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创新赛</a:t>
            </a:r>
            <a:endParaRPr kumimoji="1" lang="zh-CN" altLang="en-US" sz="36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9349" y="3429000"/>
            <a:ext cx="48133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作品名称：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《</a:t>
            </a: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智能相册管家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》</a:t>
            </a:r>
            <a:endParaRPr kumimoji="1" lang="en-US" altLang="zh-CN" sz="20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团队名称：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voyage</a:t>
            </a:r>
            <a:endParaRPr kumimoji="1" lang="en-US" altLang="zh-CN" sz="20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团队介绍</a:t>
              </a:r>
              <a:endParaRPr kumimoji="1" lang="zh-CN" altLang="en-US" sz="3735" dirty="0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团队介绍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1503" y="1274470"/>
            <a:ext cx="5619068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团队名称：</a:t>
            </a:r>
            <a:r>
              <a:rPr lang="en-US" altLang="zh-CN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voyage</a:t>
            </a:r>
            <a:endParaRPr lang="en-US" altLang="zh-CN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团队成员：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姓名王云超，湖南大学（统筹各个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方面）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指导老师：田家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政</a:t>
            </a:r>
            <a:endParaRPr kumimoji="1" lang="zh-CN" altLang="en-US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6667500" y="2920454"/>
            <a:ext cx="4953000" cy="90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全链路工程落地能力</a:t>
            </a: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作为单人团队，独立包揽了从需求洞察、产品原型设计，到 AI 算法量化部署与原生应用开发的全部工作流。</a:t>
            </a:r>
            <a:endParaRPr lang="en-US" sz="135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6667500" y="4059584"/>
            <a:ext cx="4953000" cy="90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算法与工程的深度结合</a:t>
            </a:r>
            <a:r>
              <a:rPr lang="en-US" sz="1350" b="0" i="0" u="none" strike="noStrike" cap="non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不依赖外部API套壳。亲手攻克了移动设备算力受限情况下的模型加载、推理加速及本地向量数据库的高效集成难题。</a:t>
            </a:r>
            <a:endParaRPr lang="en-US" sz="1350" b="0" i="0" u="none" strike="noStrike" cap="non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2926349" cy="3096366"/>
            <a:chOff x="3702795" y="1590672"/>
            <a:chExt cx="2926349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团队介绍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作品简介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0445" y="1336040"/>
            <a:ext cx="6924040" cy="5370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作品名称：</a:t>
            </a:r>
            <a:r>
              <a:rPr lang="zh-CN" altLang="en-US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智能相册管家</a:t>
            </a:r>
            <a:endParaRPr lang="en-US" altLang="zh-CN" dirty="0">
              <a:solidFill>
                <a:schemeClr val="tx1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作品概述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“智能相册管家”是一款专为政商人士、创作者及注重隐私的大众群体打造的边缘</a:t>
            </a:r>
            <a:r>
              <a:rPr lang="en-US" altLang="zh-CN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视觉引擎。针对传统相册“海量照片难检索”与云端</a:t>
            </a:r>
            <a:r>
              <a:rPr lang="en-US" altLang="zh-CN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AI“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易泄露隐私”的痛点，本作创新采用100%端侧大模型推理与</a:t>
            </a:r>
            <a:r>
              <a:rPr lang="en-US" altLang="zh-CN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INT4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轻量化部署，实现断网可用的多模态语义交互。</a:t>
            </a:r>
            <a:endParaRPr lang="zh-CN" altLang="en-US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核心功能包括：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自然语言搜图（支持长难句精准召回，如“带蓝色印章的会议发票”）、智能去重优选（基于</a:t>
            </a:r>
            <a:r>
              <a:rPr lang="en-US" altLang="zh-CN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IQA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算法清理冗余废片）、以及离线</a:t>
            </a:r>
            <a:r>
              <a:rPr lang="en-US" altLang="zh-CN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AIGC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时光故事（自动生成情感</a:t>
            </a:r>
            <a:r>
              <a:rPr lang="en-US" altLang="zh-CN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Vlog</a:t>
            </a:r>
            <a:r>
              <a:rPr lang="zh-CN" altLang="en-US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文案）。应用涵盖无网极限办公、机密图片安全管理及适老化语音搜图等场景。作品将前沿大模型能力与手机边缘算力深度结合，在保障数据绝对不出端的前提下，重塑“懂你所想”的相册管理体验</a:t>
            </a:r>
            <a:endParaRPr lang="zh-CN" altLang="en-US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宣传海报：</a:t>
            </a:r>
            <a:endParaRPr lang="en-US" altLang="zh-CN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b="6961"/>
          <a:stretch>
            <a:fillRect/>
          </a:stretch>
        </p:blipFill>
        <p:spPr>
          <a:xfrm>
            <a:off x="8295005" y="1557655"/>
            <a:ext cx="3637915" cy="45313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09223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作品设计理念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2335" y="949796"/>
            <a:ext cx="1014285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核心创新点【必须】：</a:t>
            </a:r>
            <a:endParaRPr lang="zh-CN" altLang="en-US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突破了“AI相册必须依赖云端算力”的技术惯性，首创“全量端侧大模型推理”应用机制。在纯断网、零上传环境下实现了复杂长难句语义检索，赋予用户100%的数据隐私掌控权。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设计背景与洞察【必须】：</a:t>
            </a:r>
            <a:endParaRPr lang="zh-CN" altLang="en-US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本作品旨在解决“设备算力闲置、图库极度膨胀与用户隐私焦虑”的三重矛盾。调研发现，现有主流解决模糊语义检索的AIGC相册均强制全量照片上云，这让政商及大众群体产生了极大的“数据外泄焦虑”。如何利用旗舰手机的NPU边缘算力在本地闭环完成跨模态理解，是本作品破局的洞察切入点。</a:t>
            </a:r>
            <a:endParaRPr lang="zh-CN" altLang="en-US" sz="16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理念贯穿性【必须】：</a:t>
            </a:r>
            <a:endParaRPr lang="zh-CN" altLang="en-US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“极致隐私与自然交互”的理念深刻指导了全链路设计：</a:t>
            </a:r>
            <a:endParaRPr lang="zh-CN" altLang="en-US" sz="16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功能流程：砍掉云端上传，重构为“闲时静默入库 -&gt; 存入本地向量数据库”的纯离线闭环。</a:t>
            </a:r>
            <a:endParaRPr lang="zh-CN" altLang="en-US" sz="16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交互设计：强化主页多模态搜索框，引导用户用直觉对话替代传统点击与相册筛选。</a:t>
            </a:r>
            <a:endParaRPr lang="zh-CN" altLang="en-US" sz="16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界面设计：UI全局融入“本地运转”与“安全锁”视觉元素，向用户持续强化“数据不出端”的信任感。</a:t>
            </a:r>
            <a:endParaRPr lang="zh-CN" altLang="en-US" sz="16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760" y="1163955"/>
            <a:ext cx="4445635" cy="512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核心功能解读：</a:t>
            </a:r>
            <a:endParaRPr lang="zh-CN" altLang="en-US" sz="18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核心卖点在于：离线状态下的多模态自然语言精准搜图、基于AI画质评估的智能去重、以及本地化自动生成的AIGC相册日记。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作品的界面设计：</a:t>
            </a:r>
            <a:endParaRPr lang="zh-CN" altLang="en-US" sz="18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(1) 视觉风格：采用极简纯白与深邃暗色双模式。剔除冗余色彩，使用科技蓝作为唯一强调色，理由是最大化减少视觉干扰，让照片本身成为界面绝对的视觉焦点。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(2) 关键界面展示：主页置顶大型自然语言搜索框，下方为流式网格照片墙；智能清理页采用左右滑动卡片式设计，直观展示原图与废片对比。</a:t>
            </a:r>
            <a:endParaRPr lang="zh-CN" altLang="en-US" sz="14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90590" y="1163955"/>
            <a:ext cx="5677535" cy="5123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作品的交互设计：</a:t>
            </a:r>
            <a:endParaRPr lang="zh-CN" altLang="en-US" sz="18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(1) 核心操作流程：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步骤1：用户点击主页语音图标，说出“上周开会带蓝色印章的合同”。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步骤2：界面提示“端侧引擎极速解析中”。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步骤3：0.8秒内瀑布流展现目标照片完成检索。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(2) 创新之处：引入多模态触觉反馈。在断网状态下系统检索成功时，触发特定线性马达震动，给予用户安全、隐私的交互心理确认。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大模型的具体应用说明：</a:t>
            </a:r>
            <a:endParaRPr lang="zh-CN" altLang="en-US" sz="18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本项目采用蓝心大模型（或同量级开源基座）的量化版本，通过INT4压缩部署于手机端侧。应用方式为：视觉特征提取模型负责生成图片的深度Caption存入本地向量数据库；语言大模型负责将用户的复杂口语化长短句解析为意图向量，最终通过余弦相似度进行端侧图文匹配。</a:t>
            </a:r>
            <a:endParaRPr lang="zh-CN" altLang="en-US" sz="1400" dirty="0">
              <a:solidFill>
                <a:schemeClr val="tx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0450" y="1448479"/>
            <a:ext cx="10142850" cy="45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细阐释您的作品的创新点</a:t>
            </a: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</a:t>
            </a:r>
            <a:endParaRPr lang="zh-CN" altLang="en-US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本作品突破了常规相册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App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的局限，在以下三个维度实现了跨越式创新：</a:t>
            </a:r>
            <a:endParaRPr lang="zh-CN" altLang="en-US" sz="1600" dirty="0">
              <a:solidFill>
                <a:schemeClr val="tx1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tx1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解决方案创新 (零云端依赖的边缘计算架构)：彻底颠覆了“大模型必须上云”的行业定式。我们自主研发了移动端异步静默建库机制，将计算压力转移至设备闲时充电阶段。检索时纯本地响应，是目前唯一能在绝对物理断网环境下提供高阶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AIGC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搜图体验的解决方案。</a:t>
            </a:r>
            <a:endParaRPr lang="zh-CN" altLang="en-US" sz="1600" dirty="0">
              <a:solidFill>
                <a:schemeClr val="tx1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交互创新 (将层级检索降维为自然对话)：将传统繁琐的文件管理、时间轴翻找与相簿层级架构，降维打击为“一键对话式界面”。用户不再需要强记时间地点，仅凭残缺记忆的特征描述即可唤出内容，极大降低了银发族及普通用户的学习成本。</a:t>
            </a:r>
            <a:endParaRPr lang="zh-CN" altLang="en-US" sz="1600" dirty="0">
              <a:solidFill>
                <a:schemeClr val="tx1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功能性能创新 (极低功耗与算力平衡)：攻克了移动设备算力瓶颈。利用先进的模型量化技术，将大模型对内存的占用压缩了超70%，使得主流手机能流畅运行。在保证召回准确率持平云端方案的同时，将单次查询电量消耗降至毫安级水平，实现了功能与续航的完美平衡。</a:t>
            </a:r>
            <a:endParaRPr lang="zh-CN" altLang="en-US" sz="1600" dirty="0">
              <a:solidFill>
                <a:schemeClr val="tx1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3070" y="1406525"/>
            <a:ext cx="4979035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用户需求程度：</a:t>
            </a:r>
            <a:endParaRPr lang="zh-CN" altLang="en-US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目标用户画像： 25-45岁政企人员、商务人士、独立创作者，以及数字操作不熟练的老年人。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核心痛点与需求： 解决“找图如大海捞针”及“隐私相片不敢存云盘”的核心冲突，需求极其强烈且高频。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应用场景： 1. 业务员在飞机极限无网环境下随时调取涉密合同截图；2. 老年人用方言语音一键翻出家庭回忆旧照。</a:t>
            </a:r>
            <a:endParaRPr lang="zh-CN" altLang="en-US" sz="16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社会价值： 利用前沿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AIGC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技术填平数字鸿沟，降低操作门槛；同时在数据泄露频发的当下，为公民个人数字资产提供了一层坚实的“本地安全铠甲”。</a:t>
            </a:r>
            <a:endParaRPr lang="zh-CN" altLang="en-US" sz="16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600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27725" y="1406525"/>
            <a:ext cx="6096000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市场欢迎程度：</a:t>
            </a:r>
            <a:endParaRPr lang="zh-CN" altLang="en-US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当前市场呈现两极分化：手机系统自带图库“安全但不智能”；第三方大厂云盘“智能但全量强制上云”且订阅费高昂。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对比行业解决方案，本作品填补了“极高隐私+高阶智能”的市场空白。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优势一：端侧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AIGC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的引入让产品体验降维打击了传统本地图库。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优势二：100%不上云的承诺将迅速俘获高净值政商用户群体。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商业模式上，本系统可直接作为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OS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级底层能力授权给硬件厂商，亦可包装为买断制独立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Pro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级效率应用，完美避开了与大厂云存储空间的内卷竞争，具有极佳的市场落地可行性与商业变现前景。</a:t>
            </a:r>
            <a:endParaRPr lang="zh-CN" altLang="en-US" sz="1600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75869" y="282883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dirty="0">
                <a:solidFill>
                  <a:schemeClr val="bg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感谢观看</a:t>
            </a:r>
            <a:endParaRPr kumimoji="1" lang="zh-CN" altLang="en-US" sz="7200" dirty="0">
              <a:solidFill>
                <a:schemeClr val="bg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6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9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2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5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8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2456</Words>
  <Application>WPS 演示</Application>
  <PresentationFormat>宽屏</PresentationFormat>
  <Paragraphs>155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40" baseType="lpstr">
      <vt:lpstr>Arial</vt:lpstr>
      <vt:lpstr>宋体</vt:lpstr>
      <vt:lpstr>Wingdings</vt:lpstr>
      <vt:lpstr>vivo Sans</vt:lpstr>
      <vt:lpstr>vivo Sans Bold</vt:lpstr>
      <vt:lpstr>系统字体常规体</vt:lpstr>
      <vt:lpstr>Segoe Print</vt:lpstr>
      <vt:lpstr>微软雅黑</vt:lpstr>
      <vt:lpstr>vivo Sans Extrabold</vt:lpstr>
      <vt:lpstr>vivo Sans Medium</vt:lpstr>
      <vt:lpstr>等线</vt:lpstr>
      <vt:lpstr>Gill Sans MT</vt:lpstr>
      <vt:lpstr>Arial Unicode MS</vt:lpstr>
      <vt:lpstr>Calibri Light</vt:lpstr>
      <vt:lpstr>等线 Light</vt:lpstr>
      <vt:lpstr>Calibri</vt:lpstr>
      <vt:lpstr>华文中宋</vt:lpstr>
      <vt:lpstr>Wingdings</vt:lpstr>
      <vt:lpstr>vivo Sans</vt:lpstr>
      <vt:lpstr>vivo Sans Bold</vt:lpstr>
      <vt:lpstr>vivo Sans Extrabold</vt:lpstr>
      <vt:lpstr>vivo Sans Medium</vt:lpstr>
      <vt:lpstr>Saturday Sans Regular</vt:lpstr>
      <vt:lpstr>Wonder Sans Bold</vt:lpstr>
      <vt:lpstr>Crunch ExtraBold</vt:lpstr>
      <vt:lpstr>Noto Sans SC</vt:lpstr>
      <vt:lpstr>黑体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 004</dc:creator>
  <cp:lastModifiedBy>顾念</cp:lastModifiedBy>
  <cp:revision>1164</cp:revision>
  <dcterms:created xsi:type="dcterms:W3CDTF">2018-12-24T08:48:00Z</dcterms:created>
  <dcterms:modified xsi:type="dcterms:W3CDTF">2026-05-09T08:44:29Z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E40A9F8967464856B41A5A7914B1FF5C_13</vt:lpwstr>
  </property>
</Properties>
</file>